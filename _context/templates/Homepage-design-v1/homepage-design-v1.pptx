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6"/>
  </p:notesMasterIdLst>
  <p:handoutMasterIdLst>
    <p:handoutMasterId r:id="rId7"/>
  </p:handoutMasterIdLst>
  <p:sldIdLst>
    <p:sldId id="258" r:id="rId5"/>
  </p:sldIdLst>
  <p:sldSz cx="9144000" cy="8999538"/>
  <p:notesSz cx="6858000" cy="9144000"/>
  <p:defaultTextStyle>
    <a:defPPr>
      <a:defRPr lang="en-US"/>
    </a:defPPr>
    <a:lvl1pPr marL="0" algn="l" defTabSz="279075" rtl="0" eaLnBrk="1" latinLnBrk="0" hangingPunct="1">
      <a:defRPr sz="549" kern="1200">
        <a:solidFill>
          <a:schemeClr val="tx1"/>
        </a:solidFill>
        <a:latin typeface="+mn-lt"/>
        <a:ea typeface="+mn-ea"/>
        <a:cs typeface="+mn-cs"/>
      </a:defRPr>
    </a:lvl1pPr>
    <a:lvl2pPr marL="139537" algn="l" defTabSz="279075" rtl="0" eaLnBrk="1" latinLnBrk="0" hangingPunct="1">
      <a:defRPr sz="549" kern="1200">
        <a:solidFill>
          <a:schemeClr val="tx1"/>
        </a:solidFill>
        <a:latin typeface="+mn-lt"/>
        <a:ea typeface="+mn-ea"/>
        <a:cs typeface="+mn-cs"/>
      </a:defRPr>
    </a:lvl2pPr>
    <a:lvl3pPr marL="279075" algn="l" defTabSz="279075" rtl="0" eaLnBrk="1" latinLnBrk="0" hangingPunct="1">
      <a:defRPr sz="549" kern="1200">
        <a:solidFill>
          <a:schemeClr val="tx1"/>
        </a:solidFill>
        <a:latin typeface="+mn-lt"/>
        <a:ea typeface="+mn-ea"/>
        <a:cs typeface="+mn-cs"/>
      </a:defRPr>
    </a:lvl3pPr>
    <a:lvl4pPr marL="418612" algn="l" defTabSz="279075" rtl="0" eaLnBrk="1" latinLnBrk="0" hangingPunct="1">
      <a:defRPr sz="549" kern="1200">
        <a:solidFill>
          <a:schemeClr val="tx1"/>
        </a:solidFill>
        <a:latin typeface="+mn-lt"/>
        <a:ea typeface="+mn-ea"/>
        <a:cs typeface="+mn-cs"/>
      </a:defRPr>
    </a:lvl4pPr>
    <a:lvl5pPr marL="558150" algn="l" defTabSz="279075" rtl="0" eaLnBrk="1" latinLnBrk="0" hangingPunct="1">
      <a:defRPr sz="549" kern="1200">
        <a:solidFill>
          <a:schemeClr val="tx1"/>
        </a:solidFill>
        <a:latin typeface="+mn-lt"/>
        <a:ea typeface="+mn-ea"/>
        <a:cs typeface="+mn-cs"/>
      </a:defRPr>
    </a:lvl5pPr>
    <a:lvl6pPr marL="697687" algn="l" defTabSz="279075" rtl="0" eaLnBrk="1" latinLnBrk="0" hangingPunct="1">
      <a:defRPr sz="549" kern="1200">
        <a:solidFill>
          <a:schemeClr val="tx1"/>
        </a:solidFill>
        <a:latin typeface="+mn-lt"/>
        <a:ea typeface="+mn-ea"/>
        <a:cs typeface="+mn-cs"/>
      </a:defRPr>
    </a:lvl6pPr>
    <a:lvl7pPr marL="837225" algn="l" defTabSz="279075" rtl="0" eaLnBrk="1" latinLnBrk="0" hangingPunct="1">
      <a:defRPr sz="549" kern="1200">
        <a:solidFill>
          <a:schemeClr val="tx1"/>
        </a:solidFill>
        <a:latin typeface="+mn-lt"/>
        <a:ea typeface="+mn-ea"/>
        <a:cs typeface="+mn-cs"/>
      </a:defRPr>
    </a:lvl7pPr>
    <a:lvl8pPr marL="976762" algn="l" defTabSz="279075" rtl="0" eaLnBrk="1" latinLnBrk="0" hangingPunct="1">
      <a:defRPr sz="549" kern="1200">
        <a:solidFill>
          <a:schemeClr val="tx1"/>
        </a:solidFill>
        <a:latin typeface="+mn-lt"/>
        <a:ea typeface="+mn-ea"/>
        <a:cs typeface="+mn-cs"/>
      </a:defRPr>
    </a:lvl8pPr>
    <a:lvl9pPr marL="1116300" algn="l" defTabSz="279075" rtl="0" eaLnBrk="1" latinLnBrk="0" hangingPunct="1">
      <a:defRPr sz="54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3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BC24"/>
    <a:srgbClr val="006600"/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30"/>
  </p:normalViewPr>
  <p:slideViewPr>
    <p:cSldViewPr showGuides="1">
      <p:cViewPr>
        <p:scale>
          <a:sx n="100" d="100"/>
          <a:sy n="100" d="100"/>
        </p:scale>
        <p:origin x="211" y="58"/>
      </p:cViewPr>
      <p:guideLst>
        <p:guide orient="horz" pos="283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60550" y="1143000"/>
            <a:ext cx="31369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79075" rtl="0" eaLnBrk="1" latinLnBrk="0" hangingPunct="1">
      <a:defRPr sz="366" kern="1200">
        <a:solidFill>
          <a:schemeClr val="tx1"/>
        </a:solidFill>
        <a:latin typeface="+mn-lt"/>
        <a:ea typeface="+mn-ea"/>
        <a:cs typeface="+mn-cs"/>
      </a:defRPr>
    </a:lvl1pPr>
    <a:lvl2pPr marL="139537" algn="l" defTabSz="279075" rtl="0" eaLnBrk="1" latinLnBrk="0" hangingPunct="1">
      <a:defRPr sz="366" kern="1200">
        <a:solidFill>
          <a:schemeClr val="tx1"/>
        </a:solidFill>
        <a:latin typeface="+mn-lt"/>
        <a:ea typeface="+mn-ea"/>
        <a:cs typeface="+mn-cs"/>
      </a:defRPr>
    </a:lvl2pPr>
    <a:lvl3pPr marL="279075" algn="l" defTabSz="279075" rtl="0" eaLnBrk="1" latinLnBrk="0" hangingPunct="1">
      <a:defRPr sz="366" kern="1200">
        <a:solidFill>
          <a:schemeClr val="tx1"/>
        </a:solidFill>
        <a:latin typeface="+mn-lt"/>
        <a:ea typeface="+mn-ea"/>
        <a:cs typeface="+mn-cs"/>
      </a:defRPr>
    </a:lvl3pPr>
    <a:lvl4pPr marL="418612" algn="l" defTabSz="279075" rtl="0" eaLnBrk="1" latinLnBrk="0" hangingPunct="1">
      <a:defRPr sz="366" kern="1200">
        <a:solidFill>
          <a:schemeClr val="tx1"/>
        </a:solidFill>
        <a:latin typeface="+mn-lt"/>
        <a:ea typeface="+mn-ea"/>
        <a:cs typeface="+mn-cs"/>
      </a:defRPr>
    </a:lvl4pPr>
    <a:lvl5pPr marL="558150" algn="l" defTabSz="279075" rtl="0" eaLnBrk="1" latinLnBrk="0" hangingPunct="1">
      <a:defRPr sz="366" kern="1200">
        <a:solidFill>
          <a:schemeClr val="tx1"/>
        </a:solidFill>
        <a:latin typeface="+mn-lt"/>
        <a:ea typeface="+mn-ea"/>
        <a:cs typeface="+mn-cs"/>
      </a:defRPr>
    </a:lvl5pPr>
    <a:lvl6pPr marL="697687" algn="l" defTabSz="279075" rtl="0" eaLnBrk="1" latinLnBrk="0" hangingPunct="1">
      <a:defRPr sz="366" kern="1200">
        <a:solidFill>
          <a:schemeClr val="tx1"/>
        </a:solidFill>
        <a:latin typeface="+mn-lt"/>
        <a:ea typeface="+mn-ea"/>
        <a:cs typeface="+mn-cs"/>
      </a:defRPr>
    </a:lvl6pPr>
    <a:lvl7pPr marL="837225" algn="l" defTabSz="279075" rtl="0" eaLnBrk="1" latinLnBrk="0" hangingPunct="1">
      <a:defRPr sz="366" kern="1200">
        <a:solidFill>
          <a:schemeClr val="tx1"/>
        </a:solidFill>
        <a:latin typeface="+mn-lt"/>
        <a:ea typeface="+mn-ea"/>
        <a:cs typeface="+mn-cs"/>
      </a:defRPr>
    </a:lvl7pPr>
    <a:lvl8pPr marL="976762" algn="l" defTabSz="279075" rtl="0" eaLnBrk="1" latinLnBrk="0" hangingPunct="1">
      <a:defRPr sz="366" kern="1200">
        <a:solidFill>
          <a:schemeClr val="tx1"/>
        </a:solidFill>
        <a:latin typeface="+mn-lt"/>
        <a:ea typeface="+mn-ea"/>
        <a:cs typeface="+mn-cs"/>
      </a:defRPr>
    </a:lvl8pPr>
    <a:lvl9pPr marL="1116300" algn="l" defTabSz="279075" rtl="0" eaLnBrk="1" latinLnBrk="0" hangingPunct="1">
      <a:defRPr sz="36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60550" y="1143000"/>
            <a:ext cx="31369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487" y="899955"/>
            <a:ext cx="7541515" cy="5258794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1457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8" y="7121685"/>
            <a:ext cx="6858002" cy="977899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835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899957"/>
            <a:ext cx="8222741" cy="99995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487" y="2399877"/>
            <a:ext cx="8222741" cy="569970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27"/>
            </a:lvl1pPr>
            <a:lvl2pPr>
              <a:lnSpc>
                <a:spcPct val="100000"/>
              </a:lnSpc>
              <a:defRPr sz="227"/>
            </a:lvl2pPr>
            <a:lvl3pPr>
              <a:lnSpc>
                <a:spcPct val="100000"/>
              </a:lnSpc>
              <a:defRPr sz="227"/>
            </a:lvl3pPr>
            <a:lvl4pPr>
              <a:lnSpc>
                <a:spcPct val="100000"/>
              </a:lnSpc>
              <a:defRPr sz="227"/>
            </a:lvl4pPr>
            <a:lvl5pPr>
              <a:lnSpc>
                <a:spcPct val="100000"/>
              </a:lnSpc>
              <a:defRPr sz="22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32" y="5799704"/>
            <a:ext cx="8222741" cy="1774509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34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32" y="7799600"/>
            <a:ext cx="8222741" cy="79995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92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144000" cy="539972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835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7562" y="899952"/>
            <a:ext cx="5310380" cy="4199784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1134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7562" y="6925562"/>
            <a:ext cx="5310380" cy="1174015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92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" y="0"/>
            <a:ext cx="2916939" cy="899953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7562" y="8324974"/>
            <a:ext cx="1575362" cy="479143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26354" y="8324974"/>
            <a:ext cx="1094181" cy="479143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3359849" y="6399671"/>
            <a:ext cx="53080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835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28060" y="899956"/>
            <a:ext cx="3654171" cy="3599815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1134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6915" y="6925561"/>
            <a:ext cx="3655314" cy="117400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92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572000" cy="899953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6916" y="8324974"/>
            <a:ext cx="1575362" cy="479143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14162" y="8324974"/>
            <a:ext cx="1106372" cy="479143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5028057" y="6399671"/>
            <a:ext cx="3655314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835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459485" y="6399671"/>
            <a:ext cx="53080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487" y="899952"/>
            <a:ext cx="5310380" cy="4199784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1134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487" y="6925562"/>
            <a:ext cx="5310380" cy="1174015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92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59484" y="8318082"/>
            <a:ext cx="1552864" cy="479143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415528" y="8318082"/>
            <a:ext cx="1044432" cy="479143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459960" y="8322804"/>
            <a:ext cx="321904" cy="479143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27064" y="0"/>
            <a:ext cx="2916939" cy="899953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835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8438174" y="6751529"/>
            <a:ext cx="4763" cy="977899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514353" y="7211472"/>
            <a:ext cx="8192949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8248926" y="6859703"/>
            <a:ext cx="397452" cy="691480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8232111" y="6859708"/>
            <a:ext cx="397452" cy="691480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485" y="2099894"/>
            <a:ext cx="7862946" cy="458359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457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485" y="7783478"/>
            <a:ext cx="7862946" cy="1071945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92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9488" y="307218"/>
            <a:ext cx="2104055" cy="479143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66135" y="307218"/>
            <a:ext cx="2156297" cy="479143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0324" y="307218"/>
            <a:ext cx="321904" cy="479143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28854" y="5299728"/>
            <a:ext cx="8192951" cy="97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835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8438174" y="6095687"/>
            <a:ext cx="4763" cy="977899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514353" y="6555630"/>
            <a:ext cx="8192949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8248926" y="6203861"/>
            <a:ext cx="397452" cy="691480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8232111" y="6203868"/>
            <a:ext cx="397452" cy="691480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8" y="7127634"/>
            <a:ext cx="6858002" cy="977899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8" y="899950"/>
            <a:ext cx="7543799" cy="4403774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145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835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8438174" y="7599610"/>
            <a:ext cx="4763" cy="977899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514353" y="8059553"/>
            <a:ext cx="8192949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8248926" y="7707784"/>
            <a:ext cx="397452" cy="691480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8232111" y="7707791"/>
            <a:ext cx="397452" cy="691480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2" y="1299933"/>
            <a:ext cx="7543799" cy="6599661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781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9488" y="180291"/>
            <a:ext cx="2104055" cy="479143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0449" y="180291"/>
            <a:ext cx="1651984" cy="479143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0324" y="180291"/>
            <a:ext cx="321904" cy="479143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835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8438174" y="7599610"/>
            <a:ext cx="4763" cy="977899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514353" y="8059553"/>
            <a:ext cx="8192949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8248926" y="7707784"/>
            <a:ext cx="397452" cy="691480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8232111" y="7707791"/>
            <a:ext cx="397452" cy="691480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2" y="1299933"/>
            <a:ext cx="7543799" cy="6599661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781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9488" y="180291"/>
            <a:ext cx="2104055" cy="479143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0449" y="180291"/>
            <a:ext cx="1651984" cy="479143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0324" y="180291"/>
            <a:ext cx="321904" cy="479143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835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8438174" y="2850669"/>
            <a:ext cx="4763" cy="977899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514353" y="3310612"/>
            <a:ext cx="8192949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8248926" y="2958843"/>
            <a:ext cx="397452" cy="691480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8232111" y="2958850"/>
            <a:ext cx="397452" cy="691480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9140" y="899956"/>
            <a:ext cx="6856060" cy="2011430"/>
          </a:xfrm>
        </p:spPr>
        <p:txBody>
          <a:bodyPr anchor="b">
            <a:noAutofit/>
          </a:bodyPr>
          <a:lstStyle>
            <a:lvl1pPr>
              <a:defRPr sz="1166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9140" y="3882617"/>
            <a:ext cx="6856060" cy="4216968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292"/>
            </a:lvl1pPr>
            <a:lvl2pPr marL="37016" indent="0">
              <a:lnSpc>
                <a:spcPct val="150000"/>
              </a:lnSpc>
              <a:buFont typeface="+mj-lt"/>
              <a:buNone/>
              <a:defRPr sz="292"/>
            </a:lvl2pPr>
            <a:lvl3pPr marL="74032" indent="0">
              <a:lnSpc>
                <a:spcPct val="150000"/>
              </a:lnSpc>
              <a:buFont typeface="+mj-lt"/>
              <a:buNone/>
              <a:defRPr sz="292"/>
            </a:lvl3pPr>
            <a:lvl4pPr marL="111048" indent="0">
              <a:lnSpc>
                <a:spcPct val="150000"/>
              </a:lnSpc>
              <a:buFont typeface="+mj-lt"/>
              <a:buNone/>
              <a:defRPr sz="292"/>
            </a:lvl4pPr>
            <a:lvl5pPr marL="148064" indent="0">
              <a:lnSpc>
                <a:spcPct val="150000"/>
              </a:lnSpc>
              <a:buFont typeface="+mj-lt"/>
              <a:buNone/>
              <a:defRPr sz="292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9" y="899954"/>
            <a:ext cx="4110229" cy="2385771"/>
          </a:xfrm>
        </p:spPr>
        <p:txBody>
          <a:bodyPr anchor="t">
            <a:noAutofit/>
          </a:bodyPr>
          <a:lstStyle>
            <a:lvl1pPr>
              <a:defRPr sz="1457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4107943" cy="899953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1" y="4185836"/>
            <a:ext cx="4110229" cy="3913748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292"/>
            </a:lvl1pPr>
            <a:lvl2pPr marL="37016" indent="0">
              <a:lnSpc>
                <a:spcPct val="150000"/>
              </a:lnSpc>
              <a:buFont typeface="+mj-lt"/>
              <a:buNone/>
              <a:defRPr sz="292"/>
            </a:lvl2pPr>
            <a:lvl3pPr marL="74032" indent="0">
              <a:lnSpc>
                <a:spcPct val="150000"/>
              </a:lnSpc>
              <a:buFont typeface="+mj-lt"/>
              <a:buNone/>
              <a:defRPr sz="292"/>
            </a:lvl3pPr>
            <a:lvl4pPr marL="111048" indent="0">
              <a:lnSpc>
                <a:spcPct val="150000"/>
              </a:lnSpc>
              <a:buFont typeface="+mj-lt"/>
              <a:buNone/>
              <a:defRPr sz="292"/>
            </a:lvl4pPr>
            <a:lvl5pPr>
              <a:lnSpc>
                <a:spcPct val="150000"/>
              </a:lnSpc>
              <a:buFont typeface="+mj-lt"/>
              <a:buNone/>
              <a:defRPr sz="292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4572001" y="3599815"/>
            <a:ext cx="4107943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1" y="8324974"/>
            <a:ext cx="2239051" cy="479143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51917" y="8324974"/>
            <a:ext cx="1164830" cy="479143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0324" y="8324974"/>
            <a:ext cx="321904" cy="479143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2394659"/>
            <a:ext cx="4798315" cy="200511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9488" y="4599766"/>
            <a:ext cx="3426715" cy="2158941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27" dirty="0"/>
            </a:lvl1pPr>
            <a:lvl2pPr>
              <a:defRPr lang="en-US" sz="227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8438174" y="7599610"/>
            <a:ext cx="4763" cy="977899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514353" y="8059553"/>
            <a:ext cx="8192949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8248926" y="7707784"/>
            <a:ext cx="397452" cy="691480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8232111" y="7707791"/>
            <a:ext cx="397452" cy="691480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5" y="899954"/>
            <a:ext cx="2740916" cy="4799754"/>
          </a:xfrm>
        </p:spPr>
        <p:txBody>
          <a:bodyPr anchor="t">
            <a:noAutofit/>
          </a:bodyPr>
          <a:lstStyle>
            <a:lvl1pPr>
              <a:defRPr sz="8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86204" y="899954"/>
            <a:ext cx="3428999" cy="4799754"/>
          </a:xfrm>
        </p:spPr>
        <p:txBody>
          <a:bodyPr>
            <a:noAutofit/>
          </a:bodyPr>
          <a:lstStyle>
            <a:lvl1pPr>
              <a:defRPr sz="227"/>
            </a:lvl1pPr>
            <a:lvl2pPr>
              <a:defRPr sz="227"/>
            </a:lvl2pPr>
            <a:lvl3pPr>
              <a:defRPr sz="227"/>
            </a:lvl3pPr>
            <a:lvl4pPr>
              <a:defRPr sz="227"/>
            </a:lvl4pPr>
            <a:lvl5pPr>
              <a:defRPr sz="22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8440503" y="7099635"/>
            <a:ext cx="4722" cy="974939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8150094" y="7561139"/>
            <a:ext cx="557207" cy="8262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8252914" y="7207481"/>
            <a:ext cx="394004" cy="689385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8236221" y="7207490"/>
            <a:ext cx="394007" cy="689385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8438174" y="7096675"/>
            <a:ext cx="4763" cy="977899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514353" y="7556618"/>
            <a:ext cx="8192949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8248926" y="7204849"/>
            <a:ext cx="397452" cy="691480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8232111" y="7204856"/>
            <a:ext cx="397452" cy="691480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899956"/>
            <a:ext cx="2740916" cy="5358754"/>
          </a:xfrm>
        </p:spPr>
        <p:txBody>
          <a:bodyPr anchor="t">
            <a:noAutofit/>
          </a:bodyPr>
          <a:lstStyle>
            <a:lvl1pPr>
              <a:defRPr sz="8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86203" y="899956"/>
            <a:ext cx="4534043" cy="5358752"/>
          </a:xfrm>
        </p:spPr>
        <p:txBody>
          <a:bodyPr>
            <a:noAutofit/>
          </a:bodyPr>
          <a:lstStyle>
            <a:lvl1pPr>
              <a:defRPr sz="227"/>
            </a:lvl1pPr>
            <a:lvl2pPr>
              <a:defRPr sz="227"/>
            </a:lvl2pPr>
            <a:lvl3pPr>
              <a:defRPr sz="227"/>
            </a:lvl3pPr>
            <a:lvl4pPr>
              <a:defRPr sz="227"/>
            </a:lvl4pPr>
            <a:lvl5pPr>
              <a:defRPr sz="22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726343" y="7099635"/>
            <a:ext cx="4722" cy="974939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435934" y="7561139"/>
            <a:ext cx="557207" cy="8262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538756" y="7207481"/>
            <a:ext cx="394004" cy="689385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522062" y="7207490"/>
            <a:ext cx="394007" cy="689385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10" y="899955"/>
            <a:ext cx="2739392" cy="5383529"/>
          </a:xfrm>
        </p:spPr>
        <p:txBody>
          <a:bodyPr anchor="t">
            <a:noAutofit/>
          </a:bodyPr>
          <a:lstStyle>
            <a:lvl1pPr>
              <a:defRPr sz="8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86203" y="899955"/>
            <a:ext cx="4796027" cy="7158429"/>
          </a:xfrm>
        </p:spPr>
        <p:txBody>
          <a:bodyPr>
            <a:noAutofit/>
          </a:bodyPr>
          <a:lstStyle>
            <a:lvl1pPr>
              <a:defRPr sz="227"/>
            </a:lvl1pPr>
            <a:lvl2pPr>
              <a:defRPr sz="227"/>
            </a:lvl2pPr>
            <a:lvl3pPr>
              <a:defRPr sz="227"/>
            </a:lvl3pPr>
            <a:lvl4pPr>
              <a:defRPr sz="227"/>
            </a:lvl4pPr>
            <a:lvl5pPr>
              <a:defRPr sz="22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726343" y="7099635"/>
            <a:ext cx="4722" cy="974939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435934" y="7561139"/>
            <a:ext cx="557207" cy="8262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538756" y="7207481"/>
            <a:ext cx="394004" cy="689385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522062" y="7207490"/>
            <a:ext cx="394007" cy="689385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5" y="899956"/>
            <a:ext cx="2740916" cy="5971151"/>
          </a:xfrm>
        </p:spPr>
        <p:txBody>
          <a:bodyPr anchor="t">
            <a:noAutofit/>
          </a:bodyPr>
          <a:lstStyle>
            <a:lvl1pPr>
              <a:defRPr sz="8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86203" y="899954"/>
            <a:ext cx="4796027" cy="7170257"/>
          </a:xfrm>
        </p:spPr>
        <p:txBody>
          <a:bodyPr>
            <a:noAutofit/>
          </a:bodyPr>
          <a:lstStyle>
            <a:lvl1pPr>
              <a:defRPr sz="227"/>
            </a:lvl1pPr>
            <a:lvl2pPr>
              <a:defRPr sz="227"/>
            </a:lvl2pPr>
            <a:lvl3pPr>
              <a:defRPr sz="227"/>
            </a:lvl3pPr>
            <a:lvl4pPr>
              <a:defRPr sz="227"/>
            </a:lvl4pPr>
            <a:lvl5pPr>
              <a:defRPr sz="22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3893271" y="3099841"/>
            <a:ext cx="479374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3273" y="899965"/>
            <a:ext cx="4793531" cy="1800434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2"/>
            <a:ext cx="3420340" cy="8999538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85548" y="3599822"/>
            <a:ext cx="4796681" cy="4499755"/>
          </a:xfrm>
        </p:spPr>
        <p:txBody>
          <a:bodyPr>
            <a:noAutofit/>
          </a:bodyPr>
          <a:lstStyle>
            <a:lvl1pPr>
              <a:defRPr sz="227">
                <a:solidFill>
                  <a:schemeClr val="tx2"/>
                </a:solidFill>
              </a:defRPr>
            </a:lvl1pPr>
            <a:lvl2pPr>
              <a:defRPr sz="227">
                <a:solidFill>
                  <a:schemeClr val="tx2"/>
                </a:solidFill>
              </a:defRPr>
            </a:lvl2pPr>
            <a:lvl3pPr>
              <a:defRPr sz="227">
                <a:solidFill>
                  <a:schemeClr val="tx2"/>
                </a:solidFill>
              </a:defRPr>
            </a:lvl3pPr>
            <a:lvl4pPr>
              <a:defRPr sz="227">
                <a:solidFill>
                  <a:schemeClr val="tx2"/>
                </a:solidFill>
              </a:defRPr>
            </a:lvl4pPr>
            <a:lvl5pPr>
              <a:defRPr sz="22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93270" y="8324804"/>
            <a:ext cx="2523678" cy="479143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773038" y="8324974"/>
            <a:ext cx="1545605" cy="479143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360324" y="8324974"/>
            <a:ext cx="321904" cy="479143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459486" y="3095841"/>
            <a:ext cx="4752594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899960"/>
            <a:ext cx="4793531" cy="1800427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579" y="3599090"/>
            <a:ext cx="4793436" cy="4500492"/>
          </a:xfrm>
        </p:spPr>
        <p:txBody>
          <a:bodyPr>
            <a:noAutofit/>
          </a:bodyPr>
          <a:lstStyle>
            <a:lvl1pPr>
              <a:defRPr sz="227"/>
            </a:lvl1pPr>
            <a:lvl2pPr>
              <a:defRPr sz="227"/>
            </a:lvl2pPr>
            <a:lvl3pPr>
              <a:defRPr sz="227"/>
            </a:lvl3pPr>
            <a:lvl4pPr>
              <a:defRPr sz="227"/>
            </a:lvl4pPr>
            <a:lvl5pPr>
              <a:defRPr sz="22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59582" y="8328794"/>
            <a:ext cx="2104055" cy="479143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665173" y="8328794"/>
            <a:ext cx="1205452" cy="479143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98202" y="8328794"/>
            <a:ext cx="321904" cy="479143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23663" y="2"/>
            <a:ext cx="3420340" cy="8999538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8730" y="899954"/>
            <a:ext cx="5143500" cy="1458629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075200" cy="899953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38730" y="2579868"/>
            <a:ext cx="5143500" cy="5511789"/>
          </a:xfrm>
        </p:spPr>
        <p:txBody>
          <a:bodyPr>
            <a:noAutofit/>
          </a:bodyPr>
          <a:lstStyle>
            <a:lvl1pPr>
              <a:defRPr sz="227"/>
            </a:lvl1pPr>
            <a:lvl2pPr>
              <a:defRPr sz="227"/>
            </a:lvl2pPr>
            <a:lvl3pPr>
              <a:defRPr sz="227"/>
            </a:lvl3pPr>
            <a:lvl4pPr>
              <a:defRPr sz="227"/>
            </a:lvl4pPr>
            <a:lvl5pPr>
              <a:defRPr sz="22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543299" y="8324974"/>
            <a:ext cx="2567180" cy="479143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709273" y="8324974"/>
            <a:ext cx="1613156" cy="479143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360324" y="8324974"/>
            <a:ext cx="321904" cy="479143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899954"/>
            <a:ext cx="5143500" cy="1458629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487" y="2579868"/>
            <a:ext cx="5143500" cy="5511789"/>
          </a:xfrm>
        </p:spPr>
        <p:txBody>
          <a:bodyPr>
            <a:noAutofit/>
          </a:bodyPr>
          <a:lstStyle>
            <a:lvl1pPr>
              <a:defRPr sz="227"/>
            </a:lvl1pPr>
            <a:lvl2pPr>
              <a:defRPr sz="227"/>
            </a:lvl2pPr>
            <a:lvl3pPr>
              <a:defRPr sz="227"/>
            </a:lvl3pPr>
            <a:lvl4pPr>
              <a:defRPr sz="227"/>
            </a:lvl4pPr>
            <a:lvl5pPr>
              <a:defRPr sz="22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59488" y="8328801"/>
            <a:ext cx="2104055" cy="479143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086891" y="8328801"/>
            <a:ext cx="2194190" cy="479143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281084" y="8328801"/>
            <a:ext cx="321904" cy="479143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8800" y="0"/>
            <a:ext cx="3075200" cy="899953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803" y="899954"/>
            <a:ext cx="3421248" cy="1799467"/>
          </a:xfrm>
        </p:spPr>
        <p:txBody>
          <a:bodyPr anchor="b">
            <a:noAutofit/>
          </a:bodyPr>
          <a:lstStyle>
            <a:lvl1pPr>
              <a:defRPr sz="8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792848" cy="899953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5554" y="2999846"/>
            <a:ext cx="3421248" cy="5099738"/>
          </a:xfrm>
        </p:spPr>
        <p:txBody>
          <a:bodyPr>
            <a:noAutofit/>
          </a:bodyPr>
          <a:lstStyle>
            <a:lvl1pPr>
              <a:defRPr sz="227"/>
            </a:lvl1pPr>
            <a:lvl2pPr>
              <a:defRPr sz="227"/>
            </a:lvl2pPr>
            <a:lvl3pPr>
              <a:defRPr sz="227"/>
            </a:lvl3pPr>
            <a:lvl4pPr>
              <a:defRPr sz="227"/>
            </a:lvl4pPr>
            <a:lvl5pPr>
              <a:defRPr sz="22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65556" y="8324974"/>
            <a:ext cx="1578825" cy="479143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31302" y="8324974"/>
            <a:ext cx="1329022" cy="479143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7/22/2026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0324" y="8324974"/>
            <a:ext cx="321904" cy="479143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4" y="899954"/>
            <a:ext cx="3429001" cy="1799467"/>
          </a:xfrm>
        </p:spPr>
        <p:txBody>
          <a:bodyPr anchor="b">
            <a:noAutofit/>
          </a:bodyPr>
          <a:lstStyle>
            <a:lvl1pPr>
              <a:defRPr sz="8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2999846"/>
            <a:ext cx="3421250" cy="5099738"/>
          </a:xfrm>
        </p:spPr>
        <p:txBody>
          <a:bodyPr>
            <a:noAutofit/>
          </a:bodyPr>
          <a:lstStyle>
            <a:lvl1pPr>
              <a:defRPr sz="227"/>
            </a:lvl1pPr>
            <a:lvl2pPr>
              <a:defRPr sz="227"/>
            </a:lvl2pPr>
            <a:lvl3pPr>
              <a:defRPr sz="227"/>
            </a:lvl3pPr>
            <a:lvl4pPr>
              <a:defRPr sz="227"/>
            </a:lvl4pPr>
            <a:lvl5pPr>
              <a:defRPr sz="22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8324974"/>
            <a:ext cx="1578825" cy="479143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22949" y="8324974"/>
            <a:ext cx="1329022" cy="479143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7/22/2026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51971" y="8324974"/>
            <a:ext cx="321904" cy="479143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51153" y="0"/>
            <a:ext cx="4792848" cy="899953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0" y="902561"/>
            <a:ext cx="2522444" cy="2615866"/>
          </a:xfrm>
        </p:spPr>
        <p:txBody>
          <a:bodyPr anchor="b">
            <a:noAutofit/>
          </a:bodyPr>
          <a:lstStyle>
            <a:lvl1pPr>
              <a:defRPr sz="8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5688108" cy="899953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9594" y="3779809"/>
            <a:ext cx="2522444" cy="4297170"/>
          </a:xfrm>
        </p:spPr>
        <p:txBody>
          <a:bodyPr>
            <a:noAutofit/>
          </a:bodyPr>
          <a:lstStyle>
            <a:lvl1pPr>
              <a:defRPr sz="227"/>
            </a:lvl1pPr>
            <a:lvl2pPr>
              <a:defRPr sz="227"/>
            </a:lvl2pPr>
            <a:lvl3pPr>
              <a:defRPr sz="227"/>
            </a:lvl3pPr>
            <a:lvl4pPr>
              <a:defRPr sz="227"/>
            </a:lvl4pPr>
            <a:lvl5pPr>
              <a:defRPr sz="22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9501" y="8324974"/>
            <a:ext cx="1509047" cy="479143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68544" y="8324974"/>
            <a:ext cx="691780" cy="479143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360324" y="8324974"/>
            <a:ext cx="321904" cy="479143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774" y="899954"/>
            <a:ext cx="2523744" cy="2619684"/>
          </a:xfrm>
        </p:spPr>
        <p:txBody>
          <a:bodyPr anchor="b">
            <a:noAutofit/>
          </a:bodyPr>
          <a:lstStyle>
            <a:lvl1pPr>
              <a:defRPr sz="8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774" y="3779806"/>
            <a:ext cx="2523744" cy="4245000"/>
          </a:xfrm>
        </p:spPr>
        <p:txBody>
          <a:bodyPr>
            <a:noAutofit/>
          </a:bodyPr>
          <a:lstStyle>
            <a:lvl1pPr>
              <a:defRPr sz="227"/>
            </a:lvl1pPr>
            <a:lvl2pPr>
              <a:defRPr sz="227"/>
            </a:lvl2pPr>
            <a:lvl3pPr>
              <a:defRPr sz="227"/>
            </a:lvl3pPr>
            <a:lvl4pPr>
              <a:defRPr sz="227"/>
            </a:lvl4pPr>
            <a:lvl5pPr>
              <a:defRPr sz="22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1776" y="8324974"/>
            <a:ext cx="1509047" cy="479143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970819" y="8324974"/>
            <a:ext cx="691780" cy="479143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662600" y="8324974"/>
            <a:ext cx="321904" cy="479143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55893" y="0"/>
            <a:ext cx="5688108" cy="899953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2" y="899954"/>
            <a:ext cx="2061086" cy="3599815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172199" cy="899953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29402" y="4859752"/>
            <a:ext cx="2057401" cy="3249258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27" dirty="0"/>
            </a:lvl1pPr>
            <a:lvl2pPr marL="37016" indent="0">
              <a:buNone/>
              <a:defRPr lang="en-US" sz="227" dirty="0"/>
            </a:lvl2pPr>
            <a:lvl3pPr marL="74032" indent="0">
              <a:buNone/>
              <a:defRPr lang="en-US" sz="227" dirty="0"/>
            </a:lvl3pPr>
            <a:lvl4pPr marL="111048" indent="0">
              <a:buNone/>
              <a:defRPr lang="en-US" sz="227" dirty="0"/>
            </a:lvl4pPr>
            <a:lvl5pPr marL="148064" indent="0">
              <a:buNone/>
              <a:defRPr lang="en-US" sz="227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29402" y="8324974"/>
            <a:ext cx="1053346" cy="479143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9393" y="8324974"/>
            <a:ext cx="640930" cy="479143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0324" y="8324974"/>
            <a:ext cx="321904" cy="479143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775" y="899954"/>
            <a:ext cx="2061086" cy="3599815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2520" y="4859752"/>
            <a:ext cx="2057401" cy="324925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27" dirty="0"/>
            </a:lvl1pPr>
            <a:lvl2pPr marL="37016" indent="0">
              <a:buNone/>
              <a:defRPr lang="en-US" sz="227" dirty="0"/>
            </a:lvl2pPr>
            <a:lvl3pPr marL="74032" indent="0">
              <a:buNone/>
              <a:defRPr lang="en-US" sz="227" dirty="0"/>
            </a:lvl3pPr>
            <a:lvl4pPr marL="111048" indent="0">
              <a:buNone/>
              <a:defRPr lang="en-US" sz="227" dirty="0"/>
            </a:lvl4pPr>
            <a:lvl5pPr marL="148064" indent="0">
              <a:buNone/>
              <a:defRPr lang="en-US" sz="227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1775" y="8324974"/>
            <a:ext cx="1053346" cy="479143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1766" y="8324974"/>
            <a:ext cx="640930" cy="479143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2696" y="8324974"/>
            <a:ext cx="321904" cy="479143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71802" y="0"/>
            <a:ext cx="6172199" cy="899953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4" y="5699709"/>
            <a:ext cx="3014642" cy="1522141"/>
          </a:xfrm>
        </p:spPr>
        <p:txBody>
          <a:bodyPr anchor="t">
            <a:noAutofit/>
          </a:bodyPr>
          <a:lstStyle>
            <a:lvl1pPr>
              <a:defRPr sz="8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9144000" cy="509973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86200" y="5699709"/>
            <a:ext cx="4800601" cy="152214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27" dirty="0"/>
            </a:lvl1pPr>
            <a:lvl2pPr marL="37016" indent="0">
              <a:buNone/>
              <a:defRPr lang="en-US" sz="227" dirty="0"/>
            </a:lvl2pPr>
            <a:lvl3pPr marL="74032" indent="0">
              <a:buNone/>
              <a:defRPr lang="en-US" sz="227" dirty="0"/>
            </a:lvl3pPr>
            <a:lvl4pPr marL="111048" indent="0">
              <a:buNone/>
              <a:defRPr lang="en-US" sz="227" dirty="0"/>
            </a:lvl4pPr>
            <a:lvl5pPr marL="148064" indent="0">
              <a:buNone/>
              <a:defRPr lang="en-US" sz="227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7/22/2026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4" y="5099738"/>
            <a:ext cx="2283716" cy="2946207"/>
          </a:xfrm>
        </p:spPr>
        <p:txBody>
          <a:bodyPr anchor="b">
            <a:noAutofit/>
          </a:bodyPr>
          <a:lstStyle>
            <a:lvl1pPr>
              <a:defRPr sz="8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"/>
            <a:ext cx="9144000" cy="451857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00403" y="5099741"/>
            <a:ext cx="5486398" cy="2946209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27" b="0" i="0" dirty="0">
                <a:latin typeface="+mn-lt"/>
              </a:defRPr>
            </a:lvl1pPr>
            <a:lvl2pPr marL="37016" indent="0">
              <a:buNone/>
              <a:defRPr lang="en-US" sz="227" b="0" i="0" dirty="0">
                <a:latin typeface="+mn-lt"/>
              </a:defRPr>
            </a:lvl2pPr>
            <a:lvl3pPr marL="74032" indent="0">
              <a:buNone/>
              <a:defRPr lang="en-US" sz="227" b="0" i="0" dirty="0">
                <a:latin typeface="+mn-lt"/>
              </a:defRPr>
            </a:lvl3pPr>
            <a:lvl4pPr marL="111048" indent="0">
              <a:buNone/>
              <a:defRPr lang="en-US" sz="227" b="0" i="0" dirty="0">
                <a:latin typeface="+mn-lt"/>
              </a:defRPr>
            </a:lvl4pPr>
            <a:lvl5pPr marL="148064" indent="0">
              <a:buNone/>
              <a:defRPr lang="en-US" sz="227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7/22/2026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899955"/>
            <a:ext cx="2283716" cy="2671417"/>
          </a:xfrm>
        </p:spPr>
        <p:txBody>
          <a:bodyPr anchor="t">
            <a:noAutofit/>
          </a:bodyPr>
          <a:lstStyle>
            <a:lvl1pPr>
              <a:defRPr sz="8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194371" y="899955"/>
            <a:ext cx="5486398" cy="2643782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27" b="0" i="0" dirty="0">
                <a:latin typeface="+mn-lt"/>
              </a:defRPr>
            </a:lvl1pPr>
            <a:lvl2pPr marL="37016" indent="0">
              <a:buNone/>
              <a:defRPr lang="en-US" sz="227" b="0" i="0" dirty="0">
                <a:latin typeface="+mn-lt"/>
              </a:defRPr>
            </a:lvl2pPr>
            <a:lvl3pPr marL="74032" indent="0">
              <a:buNone/>
              <a:defRPr lang="en-US" sz="227" b="0" i="0" dirty="0">
                <a:latin typeface="+mn-lt"/>
              </a:defRPr>
            </a:lvl3pPr>
            <a:lvl4pPr marL="111048" indent="0">
              <a:buNone/>
              <a:defRPr lang="en-US" sz="227" b="0" i="0" dirty="0">
                <a:latin typeface="+mn-lt"/>
              </a:defRPr>
            </a:lvl4pPr>
            <a:lvl5pPr marL="148064" indent="0">
              <a:buNone/>
              <a:defRPr lang="en-US" sz="227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2" y="3800818"/>
            <a:ext cx="2093271" cy="479143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74422" y="3800818"/>
            <a:ext cx="1169534" cy="479143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7/22/2026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58865" y="3800818"/>
            <a:ext cx="321904" cy="479143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480963"/>
            <a:ext cx="9144000" cy="451857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899965"/>
            <a:ext cx="4112516" cy="1821847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487" y="3479821"/>
            <a:ext cx="4112514" cy="4621614"/>
          </a:xfrm>
        </p:spPr>
        <p:txBody>
          <a:bodyPr>
            <a:noAutofit/>
          </a:bodyPr>
          <a:lstStyle>
            <a:lvl1pPr>
              <a:defRPr sz="227"/>
            </a:lvl1pPr>
            <a:lvl2pPr>
              <a:defRPr sz="227"/>
            </a:lvl2pPr>
            <a:lvl3pPr>
              <a:defRPr sz="227"/>
            </a:lvl3pPr>
            <a:lvl4pPr>
              <a:defRPr sz="227"/>
            </a:lvl4pPr>
            <a:lvl5pPr>
              <a:defRPr sz="22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38345" y="899965"/>
            <a:ext cx="3648457" cy="719960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457201" y="3099879"/>
            <a:ext cx="4114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59488" y="8324974"/>
            <a:ext cx="2104055" cy="479143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6670449" y="8324974"/>
            <a:ext cx="1651984" cy="479143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360324" y="8324974"/>
            <a:ext cx="321904" cy="479143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899955"/>
            <a:ext cx="8227316" cy="1179107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457200" y="2499872"/>
            <a:ext cx="82296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4" y="2999862"/>
            <a:ext cx="4109605" cy="3920611"/>
          </a:xfrm>
        </p:spPr>
        <p:txBody>
          <a:bodyPr>
            <a:noAutofit/>
          </a:bodyPr>
          <a:lstStyle>
            <a:lvl1pPr>
              <a:defRPr sz="227"/>
            </a:lvl1pPr>
            <a:lvl2pPr>
              <a:defRPr sz="227"/>
            </a:lvl2pPr>
            <a:lvl3pPr>
              <a:defRPr sz="227"/>
            </a:lvl3pPr>
            <a:lvl4pPr>
              <a:defRPr sz="227"/>
            </a:lvl4pPr>
            <a:lvl5pPr>
              <a:defRPr sz="22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36682" y="2998930"/>
            <a:ext cx="3647833" cy="509972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59488" y="8324974"/>
            <a:ext cx="1982199" cy="479143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264949" y="8324974"/>
            <a:ext cx="1087273" cy="479143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352222" y="8324974"/>
            <a:ext cx="332295" cy="479143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7428" y="899964"/>
            <a:ext cx="4114800" cy="1821824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62494" y="899965"/>
            <a:ext cx="3648457" cy="719960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67428" y="3477945"/>
            <a:ext cx="4114800" cy="4621618"/>
          </a:xfrm>
        </p:spPr>
        <p:txBody>
          <a:bodyPr>
            <a:noAutofit/>
          </a:bodyPr>
          <a:lstStyle>
            <a:lvl1pPr>
              <a:defRPr sz="227"/>
            </a:lvl1pPr>
            <a:lvl2pPr>
              <a:defRPr sz="227"/>
            </a:lvl2pPr>
            <a:lvl3pPr>
              <a:defRPr sz="227"/>
            </a:lvl3pPr>
            <a:lvl4pPr>
              <a:defRPr sz="227"/>
            </a:lvl4pPr>
            <a:lvl5pPr>
              <a:defRPr sz="22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4567428" y="3099865"/>
            <a:ext cx="4114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59488" y="8324974"/>
            <a:ext cx="2104055" cy="479143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6670449" y="8324974"/>
            <a:ext cx="1651984" cy="479143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360324" y="8324974"/>
            <a:ext cx="321904" cy="479143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899956"/>
            <a:ext cx="3423572" cy="1872341"/>
          </a:xfrm>
        </p:spPr>
        <p:txBody>
          <a:bodyPr anchor="b">
            <a:noAutofit/>
          </a:bodyPr>
          <a:lstStyle>
            <a:lvl1pPr>
              <a:defRPr sz="8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1" y="3299831"/>
            <a:ext cx="3423572" cy="477219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2546" y="899954"/>
            <a:ext cx="4344256" cy="7172069"/>
          </a:xfrm>
        </p:spPr>
        <p:txBody>
          <a:bodyPr anchor="b">
            <a:noAutofit/>
          </a:bodyPr>
          <a:lstStyle>
            <a:lvl1pPr>
              <a:defRPr sz="227"/>
            </a:lvl1pPr>
            <a:lvl2pPr>
              <a:defRPr sz="227"/>
            </a:lvl2pPr>
            <a:lvl3pPr>
              <a:defRPr sz="227"/>
            </a:lvl3pPr>
            <a:lvl4pPr>
              <a:defRPr sz="227"/>
            </a:lvl4pPr>
            <a:lvl5pPr>
              <a:defRPr sz="22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7/22/2026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899955"/>
            <a:ext cx="8222741" cy="1169366"/>
          </a:xfrm>
        </p:spPr>
        <p:txBody>
          <a:bodyPr anchor="b">
            <a:noAutofit/>
          </a:bodyPr>
          <a:lstStyle>
            <a:lvl1pPr>
              <a:defRPr sz="8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9487" y="2699862"/>
            <a:ext cx="2055115" cy="536915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57502" y="2699862"/>
            <a:ext cx="5824727" cy="5369150"/>
          </a:xfrm>
        </p:spPr>
        <p:txBody>
          <a:bodyPr>
            <a:noAutofit/>
          </a:bodyPr>
          <a:lstStyle>
            <a:lvl1pPr>
              <a:defRPr sz="227"/>
            </a:lvl1pPr>
            <a:lvl2pPr>
              <a:defRPr sz="227"/>
            </a:lvl2pPr>
            <a:lvl3pPr>
              <a:defRPr sz="227"/>
            </a:lvl3pPr>
            <a:lvl4pPr>
              <a:defRPr sz="227"/>
            </a:lvl4pPr>
            <a:lvl5pPr>
              <a:defRPr sz="22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7/22/2026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8438174" y="5699707"/>
            <a:ext cx="4763" cy="977899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 sz="292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514353" y="6159651"/>
            <a:ext cx="8192949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 sz="292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8248926" y="5807881"/>
            <a:ext cx="397452" cy="691480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 sz="292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8232111" y="5807888"/>
            <a:ext cx="397452" cy="691480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 sz="292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6594754"/>
            <a:ext cx="6858000" cy="1139941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92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36865" y="1499923"/>
            <a:ext cx="7586759" cy="4559766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4534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8440503" y="956941"/>
            <a:ext cx="4722" cy="974939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8150094" y="1418445"/>
            <a:ext cx="557207" cy="8262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8252914" y="1064787"/>
            <a:ext cx="394004" cy="689385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8236221" y="1064794"/>
            <a:ext cx="394007" cy="689385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6377450"/>
            <a:ext cx="6858000" cy="1439926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92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36864" y="2099891"/>
            <a:ext cx="6878336" cy="427756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4534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6899646"/>
            <a:ext cx="6858000" cy="1139941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92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36865" y="1499923"/>
            <a:ext cx="7586759" cy="4559766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4534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8438174" y="5986652"/>
            <a:ext cx="4763" cy="977899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514353" y="6446595"/>
            <a:ext cx="8192949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8248926" y="6094824"/>
            <a:ext cx="397452" cy="691480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8232111" y="6094831"/>
            <a:ext cx="397452" cy="691480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8440503" y="7099635"/>
            <a:ext cx="4722" cy="974939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8150094" y="7561139"/>
            <a:ext cx="557207" cy="8262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8252914" y="7207481"/>
            <a:ext cx="394004" cy="689385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8236221" y="7207490"/>
            <a:ext cx="394007" cy="689385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1487923"/>
            <a:ext cx="7989572" cy="1199938"/>
          </a:xfrm>
        </p:spPr>
        <p:txBody>
          <a:bodyPr>
            <a:noAutofit/>
          </a:bodyPr>
          <a:lstStyle>
            <a:lvl1pPr>
              <a:defRPr sz="874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899955"/>
            <a:ext cx="8229600" cy="5924275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1134" b="0" i="0" cap="all" baseline="0">
                <a:latin typeface="+mn-lt"/>
              </a:defRPr>
            </a:lvl1pPr>
            <a:lvl2pPr marL="37016" indent="0">
              <a:lnSpc>
                <a:spcPct val="90000"/>
              </a:lnSpc>
              <a:buNone/>
              <a:defRPr sz="1134" b="0" i="0" cap="all" baseline="0">
                <a:latin typeface="+mn-lt"/>
              </a:defRPr>
            </a:lvl2pPr>
            <a:lvl3pPr marL="74032" indent="0">
              <a:lnSpc>
                <a:spcPct val="90000"/>
              </a:lnSpc>
              <a:buNone/>
              <a:defRPr sz="1134" b="0" i="0" cap="all" baseline="0">
                <a:latin typeface="+mn-lt"/>
              </a:defRPr>
            </a:lvl3pPr>
            <a:lvl4pPr marL="111048" indent="0">
              <a:lnSpc>
                <a:spcPct val="90000"/>
              </a:lnSpc>
              <a:buNone/>
              <a:defRPr sz="1134" b="0" i="0" cap="all" baseline="0">
                <a:latin typeface="+mn-lt"/>
              </a:defRPr>
            </a:lvl4pPr>
            <a:lvl5pPr marL="148064" indent="0">
              <a:lnSpc>
                <a:spcPct val="90000"/>
              </a:lnSpc>
              <a:buNone/>
              <a:defRPr sz="1134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8438174" y="7125813"/>
            <a:ext cx="4763" cy="977899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514353" y="7585756"/>
            <a:ext cx="8192949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8248926" y="7233986"/>
            <a:ext cx="397452" cy="691480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8232111" y="7233993"/>
            <a:ext cx="397452" cy="691480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1487923"/>
            <a:ext cx="7989572" cy="1199938"/>
          </a:xfrm>
        </p:spPr>
        <p:txBody>
          <a:bodyPr>
            <a:noAutofit/>
          </a:bodyPr>
          <a:lstStyle>
            <a:lvl1pPr>
              <a:defRPr sz="874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9486" y="899954"/>
            <a:ext cx="8229600" cy="5999692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1134" b="0" i="0" cap="all" baseline="0" dirty="0">
                <a:latin typeface="+mn-lt"/>
              </a:defRPr>
            </a:lvl1pPr>
            <a:lvl2pPr marL="37016" indent="0">
              <a:lnSpc>
                <a:spcPct val="90000"/>
              </a:lnSpc>
              <a:buNone/>
              <a:defRPr lang="en-US" sz="1134" b="0" i="0" cap="all" baseline="0" dirty="0">
                <a:latin typeface="+mn-lt"/>
              </a:defRPr>
            </a:lvl2pPr>
            <a:lvl3pPr marL="74032" indent="0">
              <a:lnSpc>
                <a:spcPct val="90000"/>
              </a:lnSpc>
              <a:buNone/>
              <a:defRPr lang="en-US" sz="1134" b="0" i="0" cap="all" baseline="0" dirty="0">
                <a:latin typeface="+mn-lt"/>
              </a:defRPr>
            </a:lvl3pPr>
            <a:lvl4pPr marL="111048" indent="0">
              <a:lnSpc>
                <a:spcPct val="90000"/>
              </a:lnSpc>
              <a:buNone/>
              <a:defRPr lang="en-US" sz="1134" b="0" i="0" cap="all" baseline="0" dirty="0">
                <a:latin typeface="+mn-lt"/>
              </a:defRPr>
            </a:lvl4pPr>
            <a:lvl5pPr marL="148064" indent="0">
              <a:lnSpc>
                <a:spcPct val="90000"/>
              </a:lnSpc>
              <a:buNone/>
              <a:defRPr lang="en-US" sz="1134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66858" y="899957"/>
            <a:ext cx="6855716" cy="3542829"/>
          </a:xfrm>
        </p:spPr>
        <p:txBody>
          <a:bodyPr anchor="t">
            <a:noAutofit/>
          </a:bodyPr>
          <a:lstStyle>
            <a:lvl1pPr marL="26651" indent="-26651">
              <a:lnSpc>
                <a:spcPct val="100000"/>
              </a:lnSpc>
              <a:spcBef>
                <a:spcPts val="0"/>
              </a:spcBef>
              <a:buNone/>
              <a:defRPr sz="874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8438174" y="5986650"/>
            <a:ext cx="4763" cy="977899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514353" y="6446593"/>
            <a:ext cx="8192949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8248926" y="6094824"/>
            <a:ext cx="397452" cy="691480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8232111" y="6094831"/>
            <a:ext cx="397452" cy="691480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9488" y="7199629"/>
            <a:ext cx="7543799" cy="878529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92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8440503" y="956941"/>
            <a:ext cx="4722" cy="974939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8150094" y="1418445"/>
            <a:ext cx="557207" cy="8262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8252914" y="1064787"/>
            <a:ext cx="394004" cy="689385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8236221" y="1064794"/>
            <a:ext cx="394007" cy="689385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9487" y="2099895"/>
            <a:ext cx="7541515" cy="4799755"/>
          </a:xfrm>
        </p:spPr>
        <p:txBody>
          <a:bodyPr anchor="b">
            <a:noAutofit/>
          </a:bodyPr>
          <a:lstStyle>
            <a:lvl1pPr marL="26651" indent="-26651">
              <a:lnSpc>
                <a:spcPct val="100000"/>
              </a:lnSpc>
              <a:spcBef>
                <a:spcPts val="0"/>
              </a:spcBef>
              <a:buNone/>
              <a:defRPr sz="874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9488" y="7199629"/>
            <a:ext cx="7543799" cy="878529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92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8438174" y="7125813"/>
            <a:ext cx="4763" cy="977899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514353" y="7585756"/>
            <a:ext cx="8192949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8248926" y="7233986"/>
            <a:ext cx="397452" cy="691480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8232111" y="7233993"/>
            <a:ext cx="397452" cy="691480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9487" y="1139941"/>
            <a:ext cx="6855714" cy="4803883"/>
          </a:xfrm>
        </p:spPr>
        <p:txBody>
          <a:bodyPr anchor="ctr">
            <a:noAutofit/>
          </a:bodyPr>
          <a:lstStyle>
            <a:lvl1pPr marL="26651" indent="-26651">
              <a:lnSpc>
                <a:spcPct val="110000"/>
              </a:lnSpc>
              <a:spcBef>
                <a:spcPts val="0"/>
              </a:spcBef>
              <a:buNone/>
              <a:defRPr sz="874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9487" y="6059690"/>
            <a:ext cx="6855714" cy="1034867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92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899954"/>
            <a:ext cx="8222741" cy="1487023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9582" y="2579869"/>
            <a:ext cx="3806190" cy="5505968"/>
          </a:xfrm>
        </p:spPr>
        <p:txBody>
          <a:bodyPr>
            <a:noAutofit/>
          </a:bodyPr>
          <a:lstStyle>
            <a:lvl1pPr>
              <a:defRPr sz="227"/>
            </a:lvl1pPr>
            <a:lvl2pPr>
              <a:defRPr sz="227"/>
            </a:lvl2pPr>
            <a:lvl3pPr>
              <a:defRPr sz="227"/>
            </a:lvl3pPr>
            <a:lvl4pPr>
              <a:defRPr sz="227"/>
            </a:lvl4pPr>
            <a:lvl5pPr>
              <a:defRPr sz="22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3227" y="2579869"/>
            <a:ext cx="3806428" cy="5505968"/>
          </a:xfrm>
        </p:spPr>
        <p:txBody>
          <a:bodyPr>
            <a:noAutofit/>
          </a:bodyPr>
          <a:lstStyle>
            <a:lvl1pPr>
              <a:defRPr sz="227"/>
            </a:lvl1pPr>
            <a:lvl2pPr>
              <a:defRPr sz="227"/>
            </a:lvl2pPr>
            <a:lvl3pPr>
              <a:defRPr sz="227"/>
            </a:lvl3pPr>
            <a:lvl4pPr>
              <a:defRPr sz="227"/>
            </a:lvl4pPr>
            <a:lvl5pPr>
              <a:defRPr sz="22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7/22/2026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899954"/>
            <a:ext cx="8222741" cy="1487023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061" y="2465185"/>
            <a:ext cx="3806190" cy="73465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59" b="1" cap="all" baseline="0"/>
            </a:lvl1pPr>
            <a:lvl2pPr marL="74032" indent="0">
              <a:buNone/>
              <a:defRPr sz="324" b="1"/>
            </a:lvl2pPr>
            <a:lvl3pPr marL="148064" indent="0">
              <a:buNone/>
              <a:defRPr sz="292" b="1"/>
            </a:lvl3pPr>
            <a:lvl4pPr marL="222096" indent="0">
              <a:buNone/>
              <a:defRPr sz="259" b="1"/>
            </a:lvl4pPr>
            <a:lvl5pPr marL="296128" indent="0">
              <a:buNone/>
              <a:defRPr sz="259" b="1"/>
            </a:lvl5pPr>
            <a:lvl6pPr marL="370161" indent="0">
              <a:buNone/>
              <a:defRPr sz="259" b="1"/>
            </a:lvl6pPr>
            <a:lvl7pPr marL="444193" indent="0">
              <a:buNone/>
              <a:defRPr sz="259" b="1"/>
            </a:lvl7pPr>
            <a:lvl8pPr marL="518225" indent="0">
              <a:buNone/>
              <a:defRPr sz="259" b="1"/>
            </a:lvl8pPr>
            <a:lvl9pPr marL="592257" indent="0">
              <a:buNone/>
              <a:defRPr sz="2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73181" y="2465185"/>
            <a:ext cx="3806667" cy="73465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59" b="1" cap="all" baseline="0"/>
            </a:lvl1pPr>
            <a:lvl2pPr marL="74032" indent="0">
              <a:buNone/>
              <a:defRPr sz="324" b="1"/>
            </a:lvl2pPr>
            <a:lvl3pPr marL="148064" indent="0">
              <a:buNone/>
              <a:defRPr sz="292" b="1"/>
            </a:lvl3pPr>
            <a:lvl4pPr marL="222096" indent="0">
              <a:buNone/>
              <a:defRPr sz="259" b="1"/>
            </a:lvl4pPr>
            <a:lvl5pPr marL="296128" indent="0">
              <a:buNone/>
              <a:defRPr sz="259" b="1"/>
            </a:lvl5pPr>
            <a:lvl6pPr marL="370161" indent="0">
              <a:buNone/>
              <a:defRPr sz="259" b="1"/>
            </a:lvl6pPr>
            <a:lvl7pPr marL="444193" indent="0">
              <a:buNone/>
              <a:defRPr sz="259" b="1"/>
            </a:lvl7pPr>
            <a:lvl8pPr marL="518225" indent="0">
              <a:buNone/>
              <a:defRPr sz="259" b="1"/>
            </a:lvl8pPr>
            <a:lvl9pPr marL="592257" indent="0">
              <a:buNone/>
              <a:defRPr sz="2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3299832"/>
            <a:ext cx="3806428" cy="4801837"/>
          </a:xfrm>
        </p:spPr>
        <p:txBody>
          <a:bodyPr>
            <a:noAutofit/>
          </a:bodyPr>
          <a:lstStyle>
            <a:lvl1pPr>
              <a:defRPr sz="227"/>
            </a:lvl1pPr>
            <a:lvl2pPr>
              <a:defRPr sz="227"/>
            </a:lvl2pPr>
            <a:lvl3pPr>
              <a:defRPr sz="227"/>
            </a:lvl3pPr>
            <a:lvl4pPr>
              <a:defRPr sz="227"/>
            </a:lvl4pPr>
            <a:lvl5pPr>
              <a:defRPr sz="22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73181" y="3299832"/>
            <a:ext cx="3806667" cy="4801837"/>
          </a:xfrm>
        </p:spPr>
        <p:txBody>
          <a:bodyPr>
            <a:noAutofit/>
          </a:bodyPr>
          <a:lstStyle>
            <a:lvl1pPr>
              <a:defRPr sz="227"/>
            </a:lvl1pPr>
            <a:lvl2pPr>
              <a:defRPr sz="227"/>
            </a:lvl2pPr>
            <a:lvl3pPr>
              <a:defRPr sz="227"/>
            </a:lvl3pPr>
            <a:lvl4pPr>
              <a:defRPr sz="227"/>
            </a:lvl4pPr>
            <a:lvl5pPr>
              <a:defRPr sz="22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899954"/>
            <a:ext cx="8222741" cy="1487023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7/22/2026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899954"/>
            <a:ext cx="2740916" cy="4781797"/>
          </a:xfrm>
        </p:spPr>
        <p:txBody>
          <a:bodyPr anchor="t">
            <a:noAutofit/>
          </a:bodyPr>
          <a:lstStyle>
            <a:lvl1pPr>
              <a:defRPr sz="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9487" y="5939698"/>
            <a:ext cx="2740916" cy="2127333"/>
          </a:xfrm>
        </p:spPr>
        <p:txBody>
          <a:bodyPr anchor="b">
            <a:noAutofit/>
          </a:bodyPr>
          <a:lstStyle>
            <a:lvl1pPr marL="0" indent="0">
              <a:buNone/>
              <a:defRPr sz="259"/>
            </a:lvl1pPr>
            <a:lvl2pPr marL="74032" indent="0">
              <a:buNone/>
              <a:defRPr sz="227"/>
            </a:lvl2pPr>
            <a:lvl3pPr marL="148064" indent="0">
              <a:buNone/>
              <a:defRPr sz="194"/>
            </a:lvl3pPr>
            <a:lvl4pPr marL="222096" indent="0">
              <a:buNone/>
              <a:defRPr sz="162"/>
            </a:lvl4pPr>
            <a:lvl5pPr marL="296128" indent="0">
              <a:buNone/>
              <a:defRPr sz="162"/>
            </a:lvl5pPr>
            <a:lvl6pPr marL="370161" indent="0">
              <a:buNone/>
              <a:defRPr sz="162"/>
            </a:lvl6pPr>
            <a:lvl7pPr marL="444193" indent="0">
              <a:buNone/>
              <a:defRPr sz="162"/>
            </a:lvl7pPr>
            <a:lvl8pPr marL="518225" indent="0">
              <a:buNone/>
              <a:defRPr sz="162"/>
            </a:lvl8pPr>
            <a:lvl9pPr marL="592257" indent="0">
              <a:buNone/>
              <a:defRPr sz="1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2" y="899954"/>
            <a:ext cx="5024628" cy="719963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27" dirty="0"/>
            </a:lvl1pPr>
            <a:lvl2pPr>
              <a:defRPr lang="en-US" sz="227" dirty="0"/>
            </a:lvl2pPr>
            <a:lvl3pPr>
              <a:defRPr lang="en-US" sz="227" dirty="0"/>
            </a:lvl3pPr>
            <a:lvl4pPr>
              <a:defRPr lang="en-US" sz="227" dirty="0"/>
            </a:lvl4pPr>
            <a:lvl5pPr>
              <a:defRPr lang="en-US" sz="227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7/22/2026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899954"/>
            <a:ext cx="2740916" cy="4781797"/>
          </a:xfrm>
        </p:spPr>
        <p:txBody>
          <a:bodyPr anchor="t">
            <a:noAutofit/>
          </a:bodyPr>
          <a:lstStyle>
            <a:lvl1pPr>
              <a:defRPr sz="8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9487" y="5939698"/>
            <a:ext cx="2740916" cy="2127333"/>
          </a:xfrm>
        </p:spPr>
        <p:txBody>
          <a:bodyPr anchor="b">
            <a:noAutofit/>
          </a:bodyPr>
          <a:lstStyle>
            <a:lvl1pPr marL="0" indent="0">
              <a:buNone/>
              <a:defRPr sz="227"/>
            </a:lvl1pPr>
            <a:lvl2pPr marL="74032" indent="0">
              <a:buNone/>
              <a:defRPr sz="227"/>
            </a:lvl2pPr>
            <a:lvl3pPr marL="148064" indent="0">
              <a:buNone/>
              <a:defRPr sz="194"/>
            </a:lvl3pPr>
            <a:lvl4pPr marL="222096" indent="0">
              <a:buNone/>
              <a:defRPr sz="162"/>
            </a:lvl4pPr>
            <a:lvl5pPr marL="296128" indent="0">
              <a:buNone/>
              <a:defRPr sz="162"/>
            </a:lvl5pPr>
            <a:lvl6pPr marL="370161" indent="0">
              <a:buNone/>
              <a:defRPr sz="162"/>
            </a:lvl6pPr>
            <a:lvl7pPr marL="444193" indent="0">
              <a:buNone/>
              <a:defRPr sz="162"/>
            </a:lvl7pPr>
            <a:lvl8pPr marL="518225" indent="0">
              <a:buNone/>
              <a:defRPr sz="162"/>
            </a:lvl8pPr>
            <a:lvl9pPr marL="592257" indent="0">
              <a:buNone/>
              <a:defRPr sz="1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3654031" y="899956"/>
            <a:ext cx="5024628" cy="714220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292"/>
            </a:lvl1pPr>
            <a:lvl2pPr marL="74032" indent="0">
              <a:buNone/>
              <a:defRPr sz="453"/>
            </a:lvl2pPr>
            <a:lvl3pPr marL="148064" indent="0">
              <a:buNone/>
              <a:defRPr sz="389"/>
            </a:lvl3pPr>
            <a:lvl4pPr marL="222096" indent="0">
              <a:buNone/>
              <a:defRPr sz="324"/>
            </a:lvl4pPr>
            <a:lvl5pPr marL="296128" indent="0">
              <a:buNone/>
              <a:defRPr sz="324"/>
            </a:lvl5pPr>
            <a:lvl6pPr marL="370161" indent="0">
              <a:buNone/>
              <a:defRPr sz="324"/>
            </a:lvl6pPr>
            <a:lvl7pPr marL="444193" indent="0">
              <a:buNone/>
              <a:defRPr sz="324"/>
            </a:lvl7pPr>
            <a:lvl8pPr marL="518225" indent="0">
              <a:buNone/>
              <a:defRPr sz="324"/>
            </a:lvl8pPr>
            <a:lvl9pPr marL="592257" indent="0">
              <a:buNone/>
              <a:defRPr sz="324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7/22/2026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899954"/>
            <a:ext cx="8229600" cy="2399877"/>
          </a:xfrm>
        </p:spPr>
        <p:txBody>
          <a:bodyPr anchor="b">
            <a:noAutofit/>
          </a:bodyPr>
          <a:lstStyle>
            <a:lvl1pPr>
              <a:defRPr sz="145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9580" y="4499771"/>
            <a:ext cx="8229600" cy="3599812"/>
          </a:xfrm>
        </p:spPr>
        <p:txBody>
          <a:bodyPr>
            <a:noAutofit/>
          </a:bodyPr>
          <a:lstStyle>
            <a:lvl1pPr marL="0" indent="0">
              <a:buNone/>
              <a:defRPr sz="227"/>
            </a:lvl1pPr>
            <a:lvl2pPr marL="37016" indent="0">
              <a:buNone/>
              <a:defRPr sz="227"/>
            </a:lvl2pPr>
            <a:lvl3pPr marL="74032" indent="0">
              <a:buNone/>
              <a:defRPr sz="227"/>
            </a:lvl3pPr>
            <a:lvl4pPr marL="111048" indent="0">
              <a:buNone/>
              <a:defRPr sz="227"/>
            </a:lvl4pPr>
            <a:lvl5pPr marL="148064" indent="0">
              <a:buNone/>
              <a:defRPr sz="22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466346" y="3799805"/>
            <a:ext cx="8222741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8440503" y="956941"/>
            <a:ext cx="4722" cy="974939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8150094" y="1418445"/>
            <a:ext cx="557207" cy="8262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8252914" y="1064787"/>
            <a:ext cx="394004" cy="689385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8236221" y="1064794"/>
            <a:ext cx="394007" cy="689385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 sz="29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899956"/>
            <a:ext cx="6169817" cy="4888274"/>
          </a:xfrm>
        </p:spPr>
        <p:txBody>
          <a:bodyPr anchor="b">
            <a:noAutofit/>
          </a:bodyPr>
          <a:lstStyle>
            <a:lvl1pPr>
              <a:defRPr sz="145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585" y="5999692"/>
            <a:ext cx="6169817" cy="2110138"/>
          </a:xfrm>
        </p:spPr>
        <p:txBody>
          <a:bodyPr>
            <a:noAutofit/>
          </a:bodyPr>
          <a:lstStyle>
            <a:lvl1pPr marL="0" indent="0">
              <a:buNone/>
              <a:defRPr sz="292"/>
            </a:lvl1pPr>
            <a:lvl2pPr marL="37016" indent="0">
              <a:buNone/>
              <a:defRPr sz="292"/>
            </a:lvl2pPr>
            <a:lvl3pPr marL="74032" indent="0">
              <a:buNone/>
              <a:defRPr sz="292"/>
            </a:lvl3pPr>
            <a:lvl4pPr marL="111048" indent="0">
              <a:buNone/>
              <a:defRPr sz="292"/>
            </a:lvl4pPr>
            <a:lvl5pPr marL="148064" indent="0">
              <a:buNone/>
              <a:defRPr sz="292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899955"/>
            <a:ext cx="8222741" cy="11999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9487" y="2099892"/>
            <a:ext cx="8222741" cy="59996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9488" y="8324974"/>
            <a:ext cx="2104055" cy="4791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13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70449" y="8324974"/>
            <a:ext cx="1651984" cy="4791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13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60324" y="8324974"/>
            <a:ext cx="321904" cy="4791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13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148064" rtl="0" eaLnBrk="1" latinLnBrk="0" hangingPunct="1">
        <a:lnSpc>
          <a:spcPct val="80000"/>
        </a:lnSpc>
        <a:spcBef>
          <a:spcPct val="0"/>
        </a:spcBef>
        <a:buNone/>
        <a:defRPr sz="874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48064" rtl="0" eaLnBrk="1" latinLnBrk="0" hangingPunct="1">
        <a:lnSpc>
          <a:spcPct val="100000"/>
        </a:lnSpc>
        <a:spcBef>
          <a:spcPts val="162"/>
        </a:spcBef>
        <a:buFont typeface="Arial" panose="020B0604020202020204" pitchFamily="34" charset="0"/>
        <a:buNone/>
        <a:defRPr sz="292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37016" indent="0" algn="l" defTabSz="148064" rtl="0" eaLnBrk="1" latinLnBrk="0" hangingPunct="1">
        <a:lnSpc>
          <a:spcPct val="100000"/>
        </a:lnSpc>
        <a:spcBef>
          <a:spcPts val="81"/>
        </a:spcBef>
        <a:buFont typeface="Arial" panose="020B0604020202020204" pitchFamily="34" charset="0"/>
        <a:buNone/>
        <a:defRPr sz="259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74032" indent="0" algn="l" defTabSz="148064" rtl="0" eaLnBrk="1" latinLnBrk="0" hangingPunct="1">
        <a:lnSpc>
          <a:spcPct val="100000"/>
        </a:lnSpc>
        <a:spcBef>
          <a:spcPts val="81"/>
        </a:spcBef>
        <a:buFont typeface="Arial" panose="020B0604020202020204" pitchFamily="34" charset="0"/>
        <a:buNone/>
        <a:defRPr sz="227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111048" indent="0" algn="l" defTabSz="148064" rtl="0" eaLnBrk="1" latinLnBrk="0" hangingPunct="1">
        <a:lnSpc>
          <a:spcPct val="100000"/>
        </a:lnSpc>
        <a:spcBef>
          <a:spcPts val="81"/>
        </a:spcBef>
        <a:buFont typeface="Arial" panose="020B0604020202020204" pitchFamily="34" charset="0"/>
        <a:buNone/>
        <a:defRPr sz="227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148064" indent="0" algn="l" defTabSz="148064" rtl="0" eaLnBrk="1" latinLnBrk="0" hangingPunct="1">
        <a:lnSpc>
          <a:spcPct val="100000"/>
        </a:lnSpc>
        <a:spcBef>
          <a:spcPts val="81"/>
        </a:spcBef>
        <a:buFont typeface="Arial" panose="020B0604020202020204" pitchFamily="34" charset="0"/>
        <a:buNone/>
        <a:defRPr sz="227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407177" indent="-37016" algn="l" defTabSz="148064" rtl="0" eaLnBrk="1" latinLnBrk="0" hangingPunct="1">
        <a:lnSpc>
          <a:spcPct val="90000"/>
        </a:lnSpc>
        <a:spcBef>
          <a:spcPts val="81"/>
        </a:spcBef>
        <a:buFont typeface="Arial" panose="020B0604020202020204" pitchFamily="34" charset="0"/>
        <a:buChar char="•"/>
        <a:defRPr sz="292" kern="1200">
          <a:solidFill>
            <a:schemeClr val="tx1"/>
          </a:solidFill>
          <a:latin typeface="+mn-lt"/>
          <a:ea typeface="+mn-ea"/>
          <a:cs typeface="+mn-cs"/>
        </a:defRPr>
      </a:lvl6pPr>
      <a:lvl7pPr marL="481209" indent="-37016" algn="l" defTabSz="148064" rtl="0" eaLnBrk="1" latinLnBrk="0" hangingPunct="1">
        <a:lnSpc>
          <a:spcPct val="90000"/>
        </a:lnSpc>
        <a:spcBef>
          <a:spcPts val="81"/>
        </a:spcBef>
        <a:buFont typeface="Arial" panose="020B0604020202020204" pitchFamily="34" charset="0"/>
        <a:buChar char="•"/>
        <a:defRPr sz="292" kern="1200">
          <a:solidFill>
            <a:schemeClr val="tx1"/>
          </a:solidFill>
          <a:latin typeface="+mn-lt"/>
          <a:ea typeface="+mn-ea"/>
          <a:cs typeface="+mn-cs"/>
        </a:defRPr>
      </a:lvl7pPr>
      <a:lvl8pPr marL="555241" indent="-37016" algn="l" defTabSz="148064" rtl="0" eaLnBrk="1" latinLnBrk="0" hangingPunct="1">
        <a:lnSpc>
          <a:spcPct val="90000"/>
        </a:lnSpc>
        <a:spcBef>
          <a:spcPts val="81"/>
        </a:spcBef>
        <a:buFont typeface="Arial" panose="020B0604020202020204" pitchFamily="34" charset="0"/>
        <a:buChar char="•"/>
        <a:defRPr sz="292" kern="1200">
          <a:solidFill>
            <a:schemeClr val="tx1"/>
          </a:solidFill>
          <a:latin typeface="+mn-lt"/>
          <a:ea typeface="+mn-ea"/>
          <a:cs typeface="+mn-cs"/>
        </a:defRPr>
      </a:lvl8pPr>
      <a:lvl9pPr marL="629273" indent="-37016" algn="l" defTabSz="148064" rtl="0" eaLnBrk="1" latinLnBrk="0" hangingPunct="1">
        <a:lnSpc>
          <a:spcPct val="90000"/>
        </a:lnSpc>
        <a:spcBef>
          <a:spcPts val="81"/>
        </a:spcBef>
        <a:buFont typeface="Arial" panose="020B0604020202020204" pitchFamily="34" charset="0"/>
        <a:buChar char="•"/>
        <a:defRPr sz="2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8064" rtl="0" eaLnBrk="1" latinLnBrk="0" hangingPunct="1">
        <a:defRPr sz="292" kern="1200">
          <a:solidFill>
            <a:schemeClr val="tx1"/>
          </a:solidFill>
          <a:latin typeface="+mn-lt"/>
          <a:ea typeface="+mn-ea"/>
          <a:cs typeface="+mn-cs"/>
        </a:defRPr>
      </a:lvl1pPr>
      <a:lvl2pPr marL="74032" algn="l" defTabSz="148064" rtl="0" eaLnBrk="1" latinLnBrk="0" hangingPunct="1">
        <a:defRPr sz="292" kern="1200">
          <a:solidFill>
            <a:schemeClr val="tx1"/>
          </a:solidFill>
          <a:latin typeface="+mn-lt"/>
          <a:ea typeface="+mn-ea"/>
          <a:cs typeface="+mn-cs"/>
        </a:defRPr>
      </a:lvl2pPr>
      <a:lvl3pPr marL="148064" algn="l" defTabSz="148064" rtl="0" eaLnBrk="1" latinLnBrk="0" hangingPunct="1">
        <a:defRPr sz="292" kern="1200">
          <a:solidFill>
            <a:schemeClr val="tx1"/>
          </a:solidFill>
          <a:latin typeface="+mn-lt"/>
          <a:ea typeface="+mn-ea"/>
          <a:cs typeface="+mn-cs"/>
        </a:defRPr>
      </a:lvl3pPr>
      <a:lvl4pPr marL="222096" algn="l" defTabSz="148064" rtl="0" eaLnBrk="1" latinLnBrk="0" hangingPunct="1">
        <a:defRPr sz="292" kern="1200">
          <a:solidFill>
            <a:schemeClr val="tx1"/>
          </a:solidFill>
          <a:latin typeface="+mn-lt"/>
          <a:ea typeface="+mn-ea"/>
          <a:cs typeface="+mn-cs"/>
        </a:defRPr>
      </a:lvl4pPr>
      <a:lvl5pPr marL="296128" algn="l" defTabSz="148064" rtl="0" eaLnBrk="1" latinLnBrk="0" hangingPunct="1">
        <a:defRPr sz="292" kern="1200">
          <a:solidFill>
            <a:schemeClr val="tx1"/>
          </a:solidFill>
          <a:latin typeface="+mn-lt"/>
          <a:ea typeface="+mn-ea"/>
          <a:cs typeface="+mn-cs"/>
        </a:defRPr>
      </a:lvl5pPr>
      <a:lvl6pPr marL="370161" algn="l" defTabSz="148064" rtl="0" eaLnBrk="1" latinLnBrk="0" hangingPunct="1">
        <a:defRPr sz="292" kern="1200">
          <a:solidFill>
            <a:schemeClr val="tx1"/>
          </a:solidFill>
          <a:latin typeface="+mn-lt"/>
          <a:ea typeface="+mn-ea"/>
          <a:cs typeface="+mn-cs"/>
        </a:defRPr>
      </a:lvl6pPr>
      <a:lvl7pPr marL="444193" algn="l" defTabSz="148064" rtl="0" eaLnBrk="1" latinLnBrk="0" hangingPunct="1">
        <a:defRPr sz="292" kern="1200">
          <a:solidFill>
            <a:schemeClr val="tx1"/>
          </a:solidFill>
          <a:latin typeface="+mn-lt"/>
          <a:ea typeface="+mn-ea"/>
          <a:cs typeface="+mn-cs"/>
        </a:defRPr>
      </a:lvl7pPr>
      <a:lvl8pPr marL="518225" algn="l" defTabSz="148064" rtl="0" eaLnBrk="1" latinLnBrk="0" hangingPunct="1">
        <a:defRPr sz="292" kern="1200">
          <a:solidFill>
            <a:schemeClr val="tx1"/>
          </a:solidFill>
          <a:latin typeface="+mn-lt"/>
          <a:ea typeface="+mn-ea"/>
          <a:cs typeface="+mn-cs"/>
        </a:defRPr>
      </a:lvl8pPr>
      <a:lvl9pPr marL="592257" algn="l" defTabSz="148064" rtl="0" eaLnBrk="1" latinLnBrk="0" hangingPunct="1">
        <a:defRPr sz="2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835" userDrawn="1">
          <p15:clr>
            <a:srgbClr val="F26B43"/>
          </p15:clr>
        </p15:guide>
        <p15:guide id="28" pos="2880" userDrawn="1">
          <p15:clr>
            <a:srgbClr val="F26B43"/>
          </p15:clr>
        </p15:guide>
        <p15:guide id="29" pos="5472" userDrawn="1">
          <p15:clr>
            <a:srgbClr val="F26B43"/>
          </p15:clr>
        </p15:guide>
        <p15:guide id="30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3609" y="683345"/>
            <a:ext cx="2232247" cy="432048"/>
          </a:xfrm>
        </p:spPr>
        <p:txBody>
          <a:bodyPr>
            <a:noAutofit/>
          </a:bodyPr>
          <a:lstStyle/>
          <a:p>
            <a:r>
              <a:rPr lang="en-US" sz="2400" dirty="0"/>
              <a:t>AI</a:t>
            </a:r>
            <a:br>
              <a:rPr lang="en-US" sz="2400" dirty="0"/>
            </a:br>
            <a:r>
              <a:rPr lang="en-US" sz="2400" dirty="0"/>
              <a:t>@thatworkx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9A889B6-9856-9458-7A55-09B9ABEBB035}"/>
              </a:ext>
            </a:extLst>
          </p:cNvPr>
          <p:cNvSpPr/>
          <p:nvPr/>
        </p:nvSpPr>
        <p:spPr>
          <a:xfrm>
            <a:off x="1043608" y="3851697"/>
            <a:ext cx="2376264" cy="2664296"/>
          </a:xfrm>
          <a:prstGeom prst="roundRect">
            <a:avLst/>
          </a:prstGeom>
          <a:noFill/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51BC53C-6605-2B6C-9EB1-49AAEC8ECE29}"/>
              </a:ext>
            </a:extLst>
          </p:cNvPr>
          <p:cNvSpPr/>
          <p:nvPr/>
        </p:nvSpPr>
        <p:spPr>
          <a:xfrm>
            <a:off x="3635896" y="3851697"/>
            <a:ext cx="2376264" cy="2664296"/>
          </a:xfrm>
          <a:prstGeom prst="roundRect">
            <a:avLst/>
          </a:prstGeom>
          <a:noFill/>
          <a:ln w="34925" cap="flat" cmpd="sng" algn="ctr">
            <a:solidFill>
              <a:srgbClr val="F3BC2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50353A-FB92-6E9A-DB6A-4FB7FCED3CDE}"/>
              </a:ext>
            </a:extLst>
          </p:cNvPr>
          <p:cNvSpPr/>
          <p:nvPr/>
        </p:nvSpPr>
        <p:spPr>
          <a:xfrm>
            <a:off x="6250672" y="3851697"/>
            <a:ext cx="2376264" cy="2664296"/>
          </a:xfrm>
          <a:prstGeom prst="roundRect">
            <a:avLst/>
          </a:prstGeom>
          <a:noFill/>
          <a:ln w="3492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E1D73A-E51E-F439-826D-6EA5AB5D2B4B}"/>
              </a:ext>
            </a:extLst>
          </p:cNvPr>
          <p:cNvSpPr/>
          <p:nvPr/>
        </p:nvSpPr>
        <p:spPr>
          <a:xfrm>
            <a:off x="2015716" y="1763465"/>
            <a:ext cx="5616623" cy="936104"/>
          </a:xfrm>
          <a:prstGeom prst="roundRect">
            <a:avLst/>
          </a:prstGeom>
          <a:solidFill>
            <a:srgbClr val="F3BC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E" sz="1200" dirty="0">
                <a:solidFill>
                  <a:schemeClr val="tx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Your brand presence is defined by what you make public. Right now, an estimated </a:t>
            </a:r>
            <a:r>
              <a:rPr lang="en-AE" sz="1200" b="1" dirty="0">
                <a:solidFill>
                  <a:schemeClr val="tx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35% of the internet</a:t>
            </a:r>
            <a:r>
              <a:rPr lang="en-AE" sz="1200" dirty="0">
                <a:solidFill>
                  <a:schemeClr val="tx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 is unknowingly blocking AI crawlers through CDN, edge proxy, and firewall misconfigurations.</a:t>
            </a:r>
          </a:p>
          <a:p>
            <a:pPr algn="ctr"/>
            <a:r>
              <a:rPr lang="en-AE" sz="1200" b="1" dirty="0">
                <a:solidFill>
                  <a:schemeClr val="tx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What would you like to do today? Let's start here...</a:t>
            </a:r>
          </a:p>
          <a:p>
            <a:pPr algn="ctr"/>
            <a:endParaRPr lang="en-AE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89F9172-2970-68E2-003E-2C550DF5BBC0}"/>
              </a:ext>
            </a:extLst>
          </p:cNvPr>
          <p:cNvSpPr txBox="1">
            <a:spLocks/>
          </p:cNvSpPr>
          <p:nvPr/>
        </p:nvSpPr>
        <p:spPr>
          <a:xfrm>
            <a:off x="1477353" y="3995713"/>
            <a:ext cx="1508775" cy="2880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48064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1457" b="0" i="0" kern="1200" cap="all" spc="0" baseline="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AI Visualize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E05D7250-5AB9-E270-D888-33BC2A8F0FE5}"/>
              </a:ext>
            </a:extLst>
          </p:cNvPr>
          <p:cNvSpPr txBox="1">
            <a:spLocks/>
          </p:cNvSpPr>
          <p:nvPr/>
        </p:nvSpPr>
        <p:spPr>
          <a:xfrm>
            <a:off x="4073686" y="3995713"/>
            <a:ext cx="1508775" cy="2880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48064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1457" b="0" i="0" kern="1200" cap="all" spc="0" baseline="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AI Optimize</a:t>
            </a: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497C557E-DEEB-CB14-40E0-615A0A28B671}"/>
              </a:ext>
            </a:extLst>
          </p:cNvPr>
          <p:cNvSpPr txBox="1">
            <a:spLocks/>
          </p:cNvSpPr>
          <p:nvPr/>
        </p:nvSpPr>
        <p:spPr>
          <a:xfrm>
            <a:off x="6684417" y="3995713"/>
            <a:ext cx="1508775" cy="2880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48064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1457" b="0" i="0" kern="1200" cap="all" spc="0" baseline="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AI Socialize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09B8E6-D572-1929-6F32-C2EB62702039}"/>
              </a:ext>
            </a:extLst>
          </p:cNvPr>
          <p:cNvSpPr txBox="1"/>
          <p:nvPr/>
        </p:nvSpPr>
        <p:spPr>
          <a:xfrm>
            <a:off x="1043608" y="4427761"/>
            <a:ext cx="237626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3BC24"/>
                </a:solidFill>
              </a:rPr>
              <a:t>Let’s show you what AI can see </a:t>
            </a:r>
            <a:endParaRPr lang="en-AE" sz="1400" dirty="0">
              <a:solidFill>
                <a:srgbClr val="F3BC24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4AD28F-46ED-626C-0F78-2684AFD3049D}"/>
              </a:ext>
            </a:extLst>
          </p:cNvPr>
          <p:cNvSpPr txBox="1"/>
          <p:nvPr/>
        </p:nvSpPr>
        <p:spPr>
          <a:xfrm>
            <a:off x="1043608" y="5075833"/>
            <a:ext cx="2304256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3BC24"/>
                </a:solidFill>
              </a:rPr>
              <a:t>Are you blocking out AI?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3BC24"/>
                </a:solidFill>
              </a:rPr>
              <a:t>Is your web presence optimized for AI?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3BC24"/>
                </a:solidFill>
              </a:rPr>
              <a:t>Is your content AI-Ready?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3BC24"/>
                </a:solidFill>
              </a:rPr>
              <a:t>Are you setup to be AI-First?</a:t>
            </a:r>
            <a:endParaRPr lang="en-AE" sz="1000" dirty="0">
              <a:solidFill>
                <a:srgbClr val="F3BC24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4D232D-7A09-9259-31CD-833DF9882C1A}"/>
              </a:ext>
            </a:extLst>
          </p:cNvPr>
          <p:cNvSpPr txBox="1"/>
          <p:nvPr/>
        </p:nvSpPr>
        <p:spPr>
          <a:xfrm>
            <a:off x="3635896" y="4439722"/>
            <a:ext cx="2376264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3BC24"/>
                </a:solidFill>
              </a:rPr>
              <a:t>If you already know that you are AI-ready, let's show you how to be Optimized for AI</a:t>
            </a:r>
            <a:endParaRPr lang="en-AE" sz="1400" dirty="0">
              <a:solidFill>
                <a:srgbClr val="F3BC24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BD5ACB-2C4D-CF46-7A1C-C1765A5867AD}"/>
              </a:ext>
            </a:extLst>
          </p:cNvPr>
          <p:cNvSpPr txBox="1"/>
          <p:nvPr/>
        </p:nvSpPr>
        <p:spPr>
          <a:xfrm>
            <a:off x="3635896" y="5435873"/>
            <a:ext cx="230425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3BC24"/>
                </a:solidFill>
              </a:rPr>
              <a:t>Optimizing for AI-Ready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3BC24"/>
                </a:solidFill>
              </a:rPr>
              <a:t>Optimizing for AI-First</a:t>
            </a:r>
            <a:endParaRPr lang="en-AE" sz="1000" dirty="0">
              <a:solidFill>
                <a:srgbClr val="F3BC24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542996-A316-33BB-DF9C-FCFE21B84489}"/>
              </a:ext>
            </a:extLst>
          </p:cNvPr>
          <p:cNvSpPr txBox="1"/>
          <p:nvPr/>
        </p:nvSpPr>
        <p:spPr>
          <a:xfrm>
            <a:off x="6300192" y="4421517"/>
            <a:ext cx="2376264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3BC24"/>
                </a:solidFill>
              </a:rPr>
              <a:t>Go further, ensure your social footprint is Optimized for AI</a:t>
            </a:r>
            <a:endParaRPr lang="en-AE" sz="1400" dirty="0">
              <a:solidFill>
                <a:srgbClr val="F3BC24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172CD8-3EB0-BC10-3474-6B9CE27FF14B}"/>
              </a:ext>
            </a:extLst>
          </p:cNvPr>
          <p:cNvSpPr txBox="1"/>
          <p:nvPr/>
        </p:nvSpPr>
        <p:spPr>
          <a:xfrm>
            <a:off x="6250672" y="5291857"/>
            <a:ext cx="230425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3BC24"/>
                </a:solidFill>
              </a:rPr>
              <a:t>Domain AI-ready for social?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3BC24"/>
                </a:solidFill>
              </a:rPr>
              <a:t>Elevate Social to AI-Ready</a:t>
            </a:r>
            <a:endParaRPr lang="en-AE" sz="1000" dirty="0">
              <a:solidFill>
                <a:srgbClr val="F3BC24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4688E9-E08B-B4E5-0037-563875858D66}"/>
              </a:ext>
            </a:extLst>
          </p:cNvPr>
          <p:cNvSpPr txBox="1"/>
          <p:nvPr/>
        </p:nvSpPr>
        <p:spPr>
          <a:xfrm>
            <a:off x="2286000" y="8604225"/>
            <a:ext cx="4572000" cy="24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E" sz="960" b="0" i="0" dirty="0">
                <a:solidFill>
                  <a:srgbClr val="64748B"/>
                </a:solidFill>
                <a:effectLst/>
                <a:latin typeface="Inter"/>
              </a:rPr>
              <a:t>© 2026 </a:t>
            </a:r>
            <a:r>
              <a:rPr lang="en-AE" sz="960" b="0" i="0" dirty="0" err="1">
                <a:solidFill>
                  <a:srgbClr val="64748B"/>
                </a:solidFill>
                <a:effectLst/>
                <a:latin typeface="Inter"/>
              </a:rPr>
              <a:t>Thatworkx</a:t>
            </a:r>
            <a:r>
              <a:rPr lang="en-AE" sz="960" b="0" i="0" dirty="0">
                <a:solidFill>
                  <a:srgbClr val="64748B"/>
                </a:solidFill>
                <a:effectLst/>
                <a:latin typeface="Inter"/>
              </a:rPr>
              <a:t> AEO Suite. Built for machine-first search landscapes.</a:t>
            </a:r>
            <a:endParaRPr lang="en-AE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FE027C-D5BB-346A-6AED-6839057E3425}"/>
              </a:ext>
            </a:extLst>
          </p:cNvPr>
          <p:cNvSpPr txBox="1"/>
          <p:nvPr/>
        </p:nvSpPr>
        <p:spPr>
          <a:xfrm>
            <a:off x="1115616" y="3297119"/>
            <a:ext cx="4320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What would you like to do today?...</a:t>
            </a:r>
            <a:endParaRPr lang="en-AE" sz="16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992DCE-5B63-55E1-1526-470C5E74D67B}"/>
              </a:ext>
            </a:extLst>
          </p:cNvPr>
          <p:cNvSpPr txBox="1"/>
          <p:nvPr/>
        </p:nvSpPr>
        <p:spPr>
          <a:xfrm>
            <a:off x="1115616" y="6790668"/>
            <a:ext cx="4320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Fill in your website URL here…</a:t>
            </a:r>
            <a:endParaRPr lang="en-AE" sz="1600" dirty="0">
              <a:solidFill>
                <a:schemeClr val="bg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8062C1A-A576-6AF3-CD61-B8E94E978406}"/>
              </a:ext>
            </a:extLst>
          </p:cNvPr>
          <p:cNvSpPr/>
          <p:nvPr/>
        </p:nvSpPr>
        <p:spPr>
          <a:xfrm>
            <a:off x="1043608" y="7233515"/>
            <a:ext cx="5040560" cy="552779"/>
          </a:xfrm>
          <a:prstGeom prst="roundRect">
            <a:avLst/>
          </a:prstGeom>
          <a:noFill/>
          <a:ln w="349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CFDA2FB-FC2D-EE52-A638-AB11F0E3597E}"/>
              </a:ext>
            </a:extLst>
          </p:cNvPr>
          <p:cNvSpPr/>
          <p:nvPr/>
        </p:nvSpPr>
        <p:spPr>
          <a:xfrm>
            <a:off x="6250672" y="7304940"/>
            <a:ext cx="2424658" cy="409928"/>
          </a:xfrm>
          <a:prstGeom prst="roundRect">
            <a:avLst/>
          </a:prstGeom>
          <a:solidFill>
            <a:srgbClr val="F3BC24"/>
          </a:solidFill>
          <a:ln w="349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Initiate Scan</a:t>
            </a:r>
            <a:endParaRPr lang="en-AE" sz="1400" dirty="0">
              <a:solidFill>
                <a:schemeClr val="tx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67C2F4F-2BEA-E491-91FF-4A55DC507BB7}"/>
              </a:ext>
            </a:extLst>
          </p:cNvPr>
          <p:cNvSpPr/>
          <p:nvPr/>
        </p:nvSpPr>
        <p:spPr>
          <a:xfrm>
            <a:off x="6300192" y="683345"/>
            <a:ext cx="2424658" cy="333038"/>
          </a:xfrm>
          <a:prstGeom prst="roundRect">
            <a:avLst/>
          </a:prstGeom>
          <a:solidFill>
            <a:srgbClr val="F3BC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38" name="Graphic 37" descr="User with solid fill">
            <a:extLst>
              <a:ext uri="{FF2B5EF4-FFF2-40B4-BE49-F238E27FC236}">
                <a16:creationId xmlns:a16="http://schemas.microsoft.com/office/drawing/2014/main" id="{07D3F9FE-CC30-334E-5330-AB2CE49D68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1916" y="708055"/>
            <a:ext cx="283617" cy="28361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183699E-478E-F2E6-F4BF-2BB3C52B19D4}"/>
              </a:ext>
            </a:extLst>
          </p:cNvPr>
          <p:cNvSpPr txBox="1"/>
          <p:nvPr/>
        </p:nvSpPr>
        <p:spPr>
          <a:xfrm>
            <a:off x="6805945" y="720602"/>
            <a:ext cx="19425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Logged in as : </a:t>
            </a:r>
            <a:r>
              <a:rPr lang="en-US" sz="1050" dirty="0" err="1"/>
              <a:t>jessthatworkx</a:t>
            </a:r>
            <a:endParaRPr lang="en-AE" sz="1050" dirty="0"/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{674B650F-4989-4275-A65E-B8C54D7FB593}0f45c1b8-b519-4737-8f12-a18148944ef7-TFfcaeb239-e0ad-43c4-9739-4084ddd7c62fe496f549_win32</Template>
  <TotalTime>964</TotalTime>
  <Words>170</Words>
  <Application>Microsoft Office PowerPoint</Application>
  <PresentationFormat>Custom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FangSong</vt:lpstr>
      <vt:lpstr>Aptos</vt:lpstr>
      <vt:lpstr>Arial</vt:lpstr>
      <vt:lpstr>Bahnschrift SemiLight</vt:lpstr>
      <vt:lpstr>Inter</vt:lpstr>
      <vt:lpstr>Blockwork elegance</vt:lpstr>
      <vt:lpstr>AI @thatworkx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Jess@Thatworkx</dc:creator>
  <cp:lastModifiedBy>Jess@Thatworkx</cp:lastModifiedBy>
  <cp:revision>1</cp:revision>
  <dcterms:created xsi:type="dcterms:W3CDTF">2026-07-22T11:23:22Z</dcterms:created>
  <dcterms:modified xsi:type="dcterms:W3CDTF">2026-07-23T03:27:47Z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